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0"/>
    <p:restoredTop sz="94689"/>
  </p:normalViewPr>
  <p:slideViewPr>
    <p:cSldViewPr snapToGrid="0">
      <p:cViewPr varScale="1">
        <p:scale>
          <a:sx n="151" d="100"/>
          <a:sy n="151" d="100"/>
        </p:scale>
        <p:origin x="208" y="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D8DBD-E400-6449-B7CA-457592F16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055ED-59E9-AF4A-85DC-7EAAECBAF0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CFCDD-B04B-E840-90FD-F129B305E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AA7D-1129-9346-B1C9-ED653A554713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82C5F-5D75-A246-977F-50E003823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75806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2943-E956-D34E-BBAB-43C7E48D6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1178" y="6559931"/>
            <a:ext cx="2743200" cy="365125"/>
          </a:xfrm>
        </p:spPr>
        <p:txBody>
          <a:bodyPr/>
          <a:lstStyle/>
          <a:p>
            <a:fld id="{59CBF84D-2654-0E41-BA25-5899B97A3943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5F4AFB-D835-444B-9226-66B0FC9A5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8412" y="23812"/>
            <a:ext cx="1231188" cy="116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52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17914-E0C2-D846-BF19-990B1244C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BAA45-ABA3-F949-A2F1-E2E0EA668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479" y="1368056"/>
            <a:ext cx="10914321" cy="48089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64FFC-EE8C-C047-895E-860857945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AA7D-1129-9346-B1C9-ED653A554713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814A1-99B9-D64E-AF4B-20682621D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55611"/>
            <a:ext cx="4114800" cy="30238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4FFE7-4229-304D-8F3F-674651E2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56420" y="6482080"/>
            <a:ext cx="2743200" cy="365125"/>
          </a:xfrm>
        </p:spPr>
        <p:txBody>
          <a:bodyPr/>
          <a:lstStyle/>
          <a:p>
            <a:fld id="{59CBF84D-2654-0E41-BA25-5899B97A3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288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F9E29-D991-CB40-AAA9-D9BF1B18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21AAD-ABD2-234E-9270-B654BB30C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27300-68EF-0E49-898F-00865F77F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AA7D-1129-9346-B1C9-ED653A554713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ED93A-665D-D741-806E-B7AAE8E8F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9BACD-8B06-F043-8FEA-DA9818743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93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AFC4B-8828-FD4E-8E05-77471D205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8D6E3-1344-9243-A394-A3471547A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067" y="721604"/>
            <a:ext cx="9457983" cy="57893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DB810-7A83-294F-8A08-082444C9D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12216" y="1266940"/>
            <a:ext cx="2535715" cy="5238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A9E9B4-4F83-F642-9DFE-9697A7ECBE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23" y="6581901"/>
            <a:ext cx="2743200" cy="246376"/>
          </a:xfrm>
        </p:spPr>
        <p:txBody>
          <a:bodyPr/>
          <a:lstStyle/>
          <a:p>
            <a:fld id="{D98CAA7D-1129-9346-B1C9-ED653A554713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256D57-87BC-CC41-942E-87D354108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1587" y="6581903"/>
            <a:ext cx="7409636" cy="24637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33C0E-E1AC-0349-B1C0-0DFD16EBD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90173" y="6581901"/>
            <a:ext cx="1257758" cy="246376"/>
          </a:xfrm>
        </p:spPr>
        <p:txBody>
          <a:bodyPr/>
          <a:lstStyle/>
          <a:p>
            <a:fld id="{59CBF84D-2654-0E41-BA25-5899B97A3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093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41D1E-C2EE-4D43-A3CB-CDDB47B9B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C39CE-6A8A-2545-ACAB-BB2B2383F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958D27-1C88-9D4C-A8B6-04E4D9C8E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AF41EF-78F0-6148-ACEF-FE3966FF57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5F70A1-4887-FF40-8551-5271C91DDD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65F625-79B9-7940-B397-734797F75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AA7D-1129-9346-B1C9-ED653A554713}" type="datetimeFigureOut">
              <a:rPr lang="en-US" smtClean="0"/>
              <a:t>8/26/26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079712-3AE3-1F4C-96F1-F94A01E23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277A49-623F-ED4F-A480-FD6326943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1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1BA44-29BB-D44D-ACC9-E0DE4206C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135E1E-096C-7745-9E12-621EADD4A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AA7D-1129-9346-B1C9-ED653A554713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9DBBD-98D3-9747-A8A0-0125A1BC6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B41AF-F23C-624B-BCD1-432C90683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3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62E4C7-398E-BC4D-B462-999C9D3AE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AA7D-1129-9346-B1C9-ED653A554713}" type="datetimeFigureOut">
              <a:rPr lang="en-US" smtClean="0"/>
              <a:t>8/26/26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37CC1D-EA93-934C-80EA-45F1CC271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D078C-D957-684A-9771-F78E9D1EF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305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65A5F-A724-6646-9A53-14D9505E2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0ABBB-C912-9749-AA34-4054774C1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C772B-FB21-3D43-B412-59B8BCD8F1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BF952B-3458-BA40-80FE-9283B869C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AA7D-1129-9346-B1C9-ED653A554713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777A3-FD08-7B44-A48E-0E4FAB9C2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47DD9-10B0-9143-B07E-77F243CFA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45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2BA9-582C-6741-A090-4AD8AAC78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68B7A1-F65E-CC41-8C8D-D4E01A8BE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47FDEC-9814-354F-81B6-7B0DAC0977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A6A4E2-DD2D-F843-AB71-3B788C847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AA7D-1129-9346-B1C9-ED653A554713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39E8C-ABDE-0542-B6D9-DC8C9B1CD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377E73-96C9-B342-B8A4-92AAEA1A4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29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243F-7879-6045-A73E-1182B24C1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EFAAA2-8939-414D-A282-845C37CA9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3BFD-87B5-C944-928B-E702B0A83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AA7D-1129-9346-B1C9-ED653A554713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7A96B-1A12-594A-AD63-649ABB052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EF5F4-C158-1D4C-9BC4-15E9214C1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7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2ACDC2-EDE2-6F42-89B0-97C074623B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A5E327-6D48-534D-8A70-E44DCB0A6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CAA63-B21F-8444-84AB-BA83A1293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AA7D-1129-9346-B1C9-ED653A554713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DDC2F-3011-0B44-BD03-23022A8EC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B4201-428A-2149-9DEF-F1ED5048E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7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435BC45-9DBE-3A4A-9F72-612908C604E8}"/>
              </a:ext>
            </a:extLst>
          </p:cNvPr>
          <p:cNvSpPr/>
          <p:nvPr/>
        </p:nvSpPr>
        <p:spPr>
          <a:xfrm>
            <a:off x="-7622" y="0"/>
            <a:ext cx="12192000" cy="627233"/>
          </a:xfrm>
          <a:prstGeom prst="rect">
            <a:avLst/>
          </a:prstGeom>
          <a:solidFill>
            <a:srgbClr val="002060"/>
          </a:solidFill>
          <a:scene3d>
            <a:camera prst="orthographicFront"/>
            <a:lightRig rig="threePt" dir="t"/>
          </a:scene3d>
          <a:sp3d prstMaterial="dkEdge"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F09B9-F956-CC45-B50A-4F8C345BE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24000"/>
            <a:ext cx="10515600" cy="4652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5D78E-BDD4-D046-B671-B3EA18611B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38913"/>
            <a:ext cx="2743200" cy="2814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CAA7D-1129-9346-B1C9-ED653A554713}" type="datetimeFigureOut">
              <a:rPr lang="en-US" smtClean="0"/>
              <a:t>8/26/26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BF553A-3549-9743-BF7A-F79D899D044F}"/>
              </a:ext>
            </a:extLst>
          </p:cNvPr>
          <p:cNvSpPr/>
          <p:nvPr/>
        </p:nvSpPr>
        <p:spPr>
          <a:xfrm>
            <a:off x="1" y="627233"/>
            <a:ext cx="12191999" cy="555788"/>
          </a:xfrm>
          <a:prstGeom prst="rect">
            <a:avLst/>
          </a:prstGeom>
          <a:solidFill>
            <a:schemeClr val="accent4"/>
          </a:solidFill>
          <a:scene3d>
            <a:camera prst="orthographicFront"/>
            <a:lightRig rig="chilly" dir="t"/>
          </a:scene3d>
          <a:sp3d prstMaterial="dkEdg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B3731B-1EE2-084B-95C2-E818EE1B489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81151" y="29722"/>
            <a:ext cx="1153299" cy="1153299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25C0F3-8AEC-0E43-903A-1A8B728C5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74" y="29722"/>
            <a:ext cx="10042949" cy="620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9273C-2A71-9B4B-A104-2F0E47248E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17942"/>
            <a:ext cx="4114800" cy="3023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8DAA7-A319-B74F-BDA8-778BF578B6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02050" y="6538913"/>
            <a:ext cx="2662410" cy="2814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BF84D-2654-0E41-BA25-5899B97A3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78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2C443-2560-95DC-0ADD-435E95B944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8C2891-B073-D090-5F4F-AC13BE6CCA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95012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929D7C36-CD75-534C-A377-325EB62E439B}" vid="{ED4878C1-3752-AC47-8EDF-4F7A68F431E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Theme1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Lee, Robert</dc:creator>
  <cp:lastModifiedBy>Lee, Robert</cp:lastModifiedBy>
  <cp:revision>1</cp:revision>
  <dcterms:created xsi:type="dcterms:W3CDTF">2026-08-26T23:21:44Z</dcterms:created>
  <dcterms:modified xsi:type="dcterms:W3CDTF">2026-08-26T23:22:38Z</dcterms:modified>
</cp:coreProperties>
</file>